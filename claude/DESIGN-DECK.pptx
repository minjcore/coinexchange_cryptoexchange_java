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GtelPay Core — Design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Fiat accounting + wallet core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core built for money — minimum viable correctness, not over-engineering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thesis (in one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Payments are not CRUD. We built the </a:t>
            </a:r>
            <a:r>
              <a:rPr sz="2000" b="1"/>
              <a:t>smallest</a:t>
            </a:r>
            <a:r>
              <a:rPr sz="2000"/>
              <a:t> core that is still </a:t>
            </a:r>
            <a:r>
              <a:rPr sz="2000" b="1"/>
              <a:t>correct under money</a:t>
            </a:r>
            <a:r>
              <a:rPr sz="2000"/>
              <a:t> — and it already runs.</a:t>
            </a:r>
          </a:p>
          <a:p>
            <a:pPr lvl="0"/>
            <a:r>
              <a:rPr/>
              <a:t>Two domains, idempotent by construction, an immutable ledger, sequenced by saga.</a:t>
            </a:r>
          </a:p>
          <a:p>
            <a:pPr lvl="0"/>
            <a:r>
              <a:rPr/>
              <a:t>Everything in this deck maps to a </a:t>
            </a:r>
            <a:r>
              <a:rPr b="1"/>
              <a:t>specific money-loss failure</a:t>
            </a:r>
            <a:r>
              <a:rPr/>
              <a:t> it prevents.</a:t>
            </a:r>
          </a:p>
          <a:p>
            <a:pPr lvl="0"/>
            <a:r>
              <a:rPr/>
              <a:t>Nothing was built “just in case” — there’s a list of what we </a:t>
            </a:r>
            <a:r>
              <a:rPr b="1"/>
              <a:t>refused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 — Why this matters (the stakes)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Payments are money — bugs are cash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failure modes a generic wallet table cannot handle safely:</a:t>
            </a:r>
          </a:p>
          <a:p>
            <a:pPr lvl="0"/>
            <a:r>
              <a:rPr b="1"/>
              <a:t>Double-spend</a:t>
            </a:r>
            <a:r>
              <a:rPr/>
              <a:t> — a retry, race, or timeout lets the same funds leave twice.</a:t>
            </a:r>
          </a:p>
          <a:p>
            <a:pPr lvl="0"/>
            <a:r>
              <a:rPr b="1"/>
              <a:t>Unbalanced / editable books</a:t>
            </a:r>
            <a:r>
              <a:rPr/>
              <a:t> — the ledger can’t be trusted; </a:t>
            </a:r>
            <a:r>
              <a:rPr b="1"/>
              <a:t>audit and regulators fail</a:t>
            </a:r>
            <a:r>
              <a:rPr/>
              <a:t>.</a:t>
            </a:r>
          </a:p>
          <a:p>
            <a:pPr lvl="0"/>
            <a:r>
              <a:rPr b="1"/>
              <a:t>Speed vs truth</a:t>
            </a:r>
            <a:r>
              <a:rPr/>
              <a:t> — “how much can this member spend </a:t>
            </a:r>
            <a:r>
              <a:rPr i="1"/>
              <a:t>now</a:t>
            </a:r>
            <a:r>
              <a:rPr/>
              <a:t>?” needs millisecond reads; “what happened?” needs an immutable, auditable ledger.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one table isn’t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single mutable </a:t>
            </a:r>
            <a:r>
              <a:rPr>
                <a:latin typeface="Courier"/>
              </a:rPr>
              <a:t>balance</a:t>
            </a:r>
            <a:r>
              <a:rPr/>
              <a:t> row is </a:t>
            </a:r>
            <a:r>
              <a:rPr b="1"/>
              <a:t>fast but unauditable</a:t>
            </a:r>
            <a:r>
              <a:rPr/>
              <a:t> — no history, editable, no proof.</a:t>
            </a:r>
          </a:p>
          <a:p>
            <a:pPr lvl="0"/>
            <a:r>
              <a:rPr/>
              <a:t>A pure ledger (derive balance from history) is </a:t>
            </a:r>
            <a:r>
              <a:rPr b="1"/>
              <a:t>correct but slow</a:t>
            </a:r>
            <a:r>
              <a:rPr/>
              <a:t> — can’t serve the spend hot path.</a:t>
            </a:r>
          </a:p>
          <a:p>
            <a:pPr lvl="0"/>
            <a:r>
              <a:rPr/>
              <a:t>Force them into one model and </a:t>
            </a:r>
            <a:r>
              <a:rPr b="1"/>
              <a:t>one of them breaks</a:t>
            </a:r>
            <a:r>
              <a:rPr/>
              <a:t>.</a:t>
            </a:r>
          </a:p>
          <a:p>
            <a:pPr lvl="0"/>
            <a:r>
              <a:rPr/>
              <a:t>→ The design follows from this tension, not from taste.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 — The design (three ideas)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Idea 1 — Two domains, split on purpose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core.wallet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core.accounting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“Can this member spend now?”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“What happened in the ledger?”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single-row balance (hot path)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immutable double-entry ledger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spendable 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of record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They </a:t>
            </a:r>
            <a:r>
              <a:rPr b="1"/>
              <a:t>never share storage and never call each other</a:t>
            </a:r>
            <a:r>
              <a:rPr/>
              <a:t> — isolated, scale independently.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Idea 2 — Correctness by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Idempotent</a:t>
            </a:r>
            <a:r>
              <a:rPr/>
              <a:t> — every change keyed; a retry returns the same result, never re-applies.</a:t>
            </a:r>
          </a:p>
          <a:p>
            <a:pPr lvl="0"/>
            <a:r>
              <a:rPr b="1"/>
              <a:t>Recorded together</a:t>
            </a:r>
            <a:r>
              <a:rPr/>
              <a:t> — no balance moves without a movement row, in the </a:t>
            </a:r>
            <a:r>
              <a:rPr b="1"/>
              <a:t>same transaction</a:t>
            </a:r>
            <a:r>
              <a:rPr/>
              <a:t>.</a:t>
            </a:r>
          </a:p>
          <a:p>
            <a:pPr lvl="0"/>
            <a:r>
              <a:rPr b="1"/>
              <a:t>Balanced + immutable</a:t>
            </a:r>
            <a:r>
              <a:rPr/>
              <a:t> — every journal has debits = credits, never edited; fixes are reversing entries.</a:t>
            </a:r>
          </a:p>
          <a:p>
            <a:pPr lvl="0"/>
            <a:r>
              <a:rPr b="1"/>
              <a:t>Transit nets to zero</a:t>
            </a:r>
            <a:r>
              <a:rPr/>
              <a:t> — money in flight is tracked to zero on every completed flow.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Idea 3 — Orchestration, not distributed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 b="1"/>
              <a:t>thin sequencer</a:t>
            </a:r>
            <a:r>
              <a:rPr/>
              <a:t> coordinates the two domains per use case.</a:t>
            </a:r>
          </a:p>
          <a:p>
            <a:pPr lvl="0"/>
            <a:r>
              <a:rPr b="1"/>
              <a:t>Saga + compensation</a:t>
            </a:r>
            <a:r>
              <a:rPr/>
              <a:t> — on partial failure, compensate; never a fragile 2-phase commit.</a:t>
            </a:r>
          </a:p>
          <a:p>
            <a:pPr lvl="0"/>
            <a:r>
              <a:rPr/>
              <a:t>The ledger is fed asynchronously (outbox → queue) — back-office never blocks the spend hot path.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whole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client
          │
   orchestration (saga)
       ┌──┴──┐
   wallet   accounting
 (spendable) (immutable ledger)
   hot path   system of record</a:t>
            </a:r>
          </a:p>
          <a:p>
            <a:pPr lvl="0" indent="0" marL="0">
              <a:buNone/>
            </a:pPr>
            <a:r>
              <a:rPr/>
              <a:t>One sequencer, two truths, no shared state.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 — “Isn’t this over-engineering?”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honest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Over-engineering = complexity with </a:t>
            </a:r>
            <a:r>
              <a:rPr b="1"/>
              <a:t>no payoff</a:t>
            </a:r>
            <a:r>
              <a:rPr/>
              <a:t>. Here, each piece pays for itself: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Failure it prevents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Idempotency (under lock)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Double-spend / double-credit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Double-entry + immutable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/ regulator failure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Wallet ⊥ accounting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Slow spend </a:t>
                      </a:r>
                      <a:r>
                        <a:rPr b="1"/>
                        <a:t>or</a:t>
                      </a:r>
                      <a:r>
                        <a:rPr/>
                        <a:t> untrustworthy books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Transit net-zero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Money stuck mid-flow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Saga + compensation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Stranded funds on an outage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the real question 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Which safeguard do you want to remove — and which loss do you accept?</a:t>
            </a:r>
          </a:p>
          <a:p>
            <a:pPr lvl="0"/>
            <a:r>
              <a:rPr/>
              <a:t>Remove idempotency → accept double-spend on every retry storm.</a:t>
            </a:r>
          </a:p>
          <a:p>
            <a:pPr lvl="0"/>
            <a:r>
              <a:rPr/>
              <a:t>Remove the immutable ledger → accept failing audit.</a:t>
            </a:r>
          </a:p>
          <a:p>
            <a:pPr lvl="0"/>
            <a:r>
              <a:rPr/>
              <a:t>Each “simplification” has a name and a price.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deliberately did NOT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Real over-engineering is gold-plating. We refused it — on the record (ADRs):</a:t>
            </a:r>
          </a:p>
          <a:p>
            <a:pPr lvl="0"/>
            <a:r>
              <a:rPr b="1"/>
              <a:t>4 modules, not 40</a:t>
            </a:r>
            <a:r>
              <a:rPr/>
              <a:t> — one minimal shared lib (ADR-002)</a:t>
            </a:r>
          </a:p>
          <a:p>
            <a:pPr lvl="0"/>
            <a:r>
              <a:rPr b="1"/>
              <a:t>No 2PC, no Temporal</a:t>
            </a:r>
            <a:r>
              <a:rPr/>
              <a:t> — plain RabbitMQ workers (ADR-035)</a:t>
            </a:r>
          </a:p>
          <a:p>
            <a:pPr lvl="0"/>
            <a:r>
              <a:rPr b="1"/>
              <a:t>No custom ledger DB</a:t>
            </a:r>
            <a:r>
              <a:rPr/>
              <a:t> — plain PostgreSQL, two schemas (ADR-003)</a:t>
            </a:r>
          </a:p>
          <a:p>
            <a:pPr lvl="0"/>
            <a:r>
              <a:rPr b="1"/>
              <a:t>No event-sourcing / CQRS</a:t>
            </a:r>
            <a:r>
              <a:rPr/>
              <a:t> — a snapshot balance + an append-only log (ADR-004)</a:t>
            </a:r>
          </a:p>
          <a:p>
            <a:pPr lvl="0"/>
            <a:r>
              <a:rPr b="1"/>
              <a:t>Single currency (VND) v1</a:t>
            </a:r>
            <a:r>
              <a:rPr/>
              <a:t> — nothing built “just in case” (ADR-019)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table-stakes, not exotic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Double-entry, idempotency, immutable ledgers are what </a:t>
            </a:r>
            <a:r>
              <a:rPr b="1"/>
              <a:t>banks, Stripe, Modern Treasury</a:t>
            </a:r>
            <a:r>
              <a:rPr/>
              <a:t> all run.</a:t>
            </a:r>
          </a:p>
          <a:p>
            <a:pPr lvl="0"/>
            <a:r>
              <a:rPr/>
              <a:t>Calling these “over-engineering” is calling the entire payments industry over-engineered.</a:t>
            </a:r>
          </a:p>
          <a:p>
            <a:pPr lvl="0"/>
            <a:r>
              <a:rPr/>
              <a:t>We didn’t invent primitives — we applied the standard ones, minimally.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 — Proof (it runs)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paper — running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core.foundation</a:t>
            </a:r>
            <a:r>
              <a:rPr/>
              <a:t> · </a:t>
            </a:r>
            <a:r>
              <a:rPr>
                <a:latin typeface="Courier"/>
              </a:rPr>
              <a:t>core.wallet</a:t>
            </a:r>
            <a:r>
              <a:rPr/>
              <a:t> · </a:t>
            </a:r>
            <a:r>
              <a:rPr>
                <a:latin typeface="Courier"/>
              </a:rPr>
              <a:t>core.accounting</a:t>
            </a:r>
            <a:r>
              <a:rPr/>
              <a:t> · </a:t>
            </a:r>
            <a:r>
              <a:rPr>
                <a:latin typeface="Courier"/>
              </a:rPr>
              <a:t>app-orchestration</a:t>
            </a:r>
            <a:r>
              <a:rPr/>
              <a:t> → </a:t>
            </a:r>
            <a:r>
              <a:rPr b="1"/>
              <a:t>built, tests passing</a:t>
            </a:r>
            <a:r>
              <a:rPr/>
              <a:t> (Java / Spring Boot 3).</a:t>
            </a:r>
          </a:p>
          <a:p>
            <a:pPr lvl="0"/>
            <a:r>
              <a:rPr/>
              <a:t>Money-critical rules are </a:t>
            </a:r>
            <a:r>
              <a:rPr b="1"/>
              <a:t>coded and tested</a:t>
            </a:r>
            <a:r>
              <a:rPr/>
              <a:t>, not just described:</a:t>
            </a:r>
          </a:p>
          <a:p>
            <a:pPr lvl="1"/>
            <a:r>
              <a:rPr/>
              <a:t>idempotency re-checked </a:t>
            </a:r>
            <a:r>
              <a:rPr b="1"/>
              <a:t>under lock</a:t>
            </a:r>
            <a:r>
              <a:rPr/>
              <a:t> → no double-apply</a:t>
            </a:r>
          </a:p>
          <a:p>
            <a:pPr lvl="1"/>
            <a:r>
              <a:rPr/>
              <a:t>balanced, immutable journals · two-phase deposit (credit only after the ledger posts)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Decisions are locked and enforced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41 ADRs</a:t>
            </a:r>
            <a:r>
              <a:rPr/>
              <a:t> — each with acceptance criteria + test cases.</a:t>
            </a:r>
          </a:p>
          <a:p>
            <a:pPr lvl="0"/>
            <a:r>
              <a:rPr b="1"/>
              <a:t>150+ acceptance scenarios</a:t>
            </a:r>
            <a:r>
              <a:rPr/>
              <a:t> (Given/When/Then) as the conformance gate.</a:t>
            </a:r>
          </a:p>
          <a:p>
            <a:pPr lvl="0"/>
            <a:r>
              <a:rPr b="1"/>
              <a:t>SQL invariant suite gates the build</a:t>
            </a:r>
            <a:r>
              <a:rPr/>
              <a:t> — every journal balances, transit nets zero — so drift </a:t>
            </a:r>
            <a:r>
              <a:rPr b="1"/>
              <a:t>fails CI</a:t>
            </a:r>
            <a:r>
              <a:rPr/>
              <a:t>, not production.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 — The decision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vs. buy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Blnk / Formance / TigerBeetle </a:t>
            </a:r>
            <a:r>
              <a:rPr b="1"/>
              <a:t>merge balance + ledger</a:t>
            </a:r>
            <a:r>
              <a:rPr/>
              <a:t> — great for an embedded ledger primitive.</a:t>
            </a:r>
          </a:p>
          <a:p>
            <a:pPr lvl="0"/>
            <a:r>
              <a:rPr/>
              <a:t>Our needs: </a:t>
            </a:r>
            <a:r>
              <a:rPr b="1"/>
              <a:t>real chart of accounts · transit net-zero · EOD settlement · regulator-grade audit · high-RPS spendable balance.</a:t>
            </a:r>
          </a:p>
          <a:p>
            <a:pPr lvl="0"/>
            <a:r>
              <a:rPr b="1"/>
              <a:t>Decision:</a:t>
            </a:r>
            <a:r>
              <a:rPr/>
              <a:t> borrow their proven patterns; build only the parts that must fit bank/audit reality.</a:t>
            </a:r>
          </a:p>
          <a:p>
            <a:pPr lvl="0"/>
            <a:r>
              <a:rPr/>
              <a:t>The build is </a:t>
            </a:r>
            <a:r>
              <a:rPr b="1"/>
              <a:t>small, focused, and already running.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is controlled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Backward compatible</a:t>
            </a:r>
            <a:r>
              <a:rPr/>
              <a:t> — new capability is opt-in; existing callers unaffected.</a:t>
            </a:r>
          </a:p>
          <a:p>
            <a:pPr lvl="0"/>
            <a:r>
              <a:rPr b="1"/>
              <a:t>Reconciliation is report-only</a:t>
            </a:r>
            <a:r>
              <a:rPr/>
              <a:t> — surfaces drift, never rewrites the books.</a:t>
            </a:r>
          </a:p>
          <a:p>
            <a:pPr lvl="0"/>
            <a:r>
              <a:rPr b="1"/>
              <a:t>Contracts (OpenAPI / AsyncAPI) are the source of truth</a:t>
            </a:r>
            <a:r>
              <a:rPr/>
              <a:t> — wire can’t drift from intent.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accounting</a:t>
            </a:r>
            <a:r>
              <a:rPr/>
              <a:t> (ledger) + </a:t>
            </a:r>
            <a:r>
              <a:rPr>
                <a:latin typeface="Courier"/>
              </a:rPr>
              <a:t>wallet</a:t>
            </a:r>
            <a:r>
              <a:rPr/>
              <a:t> (balance) + </a:t>
            </a:r>
            <a:r>
              <a:rPr>
                <a:latin typeface="Courier"/>
              </a:rPr>
              <a:t>foundation</a:t>
            </a:r>
            <a:r>
              <a:rPr/>
              <a:t> + </a:t>
            </a:r>
            <a:r>
              <a:rPr>
                <a:latin typeface="Courier"/>
              </a:rPr>
              <a:t>orchestration</a:t>
            </a:r>
            <a:r>
              <a:rPr/>
              <a:t>.</a:t>
            </a:r>
          </a:p>
          <a:p>
            <a:pPr lvl="0"/>
            <a:r>
              <a:rPr b="1"/>
              <a:t>Fiat (VND).</a:t>
            </a:r>
          </a:p>
          <a:p>
            <a:pPr lvl="0"/>
            <a:r>
              <a:rPr/>
              <a:t>Backing on request: 41 ADRs · process flows · contracts · 150+ acceptance scenarios.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the </a:t>
            </a:r>
            <a:r>
              <a:rPr b="1"/>
              <a:t>simplest design that doesn’t lose money.</a:t>
            </a:r>
          </a:p>
          <a:p>
            <a:pPr lvl="0"/>
            <a:r>
              <a:rPr i="1"/>
              <a:t>“Simple is good — and this </a:t>
            </a:r>
            <a:r>
              <a:rPr b="1" i="1"/>
              <a:t>is</a:t>
            </a:r>
            <a:r>
              <a:rPr i="1"/>
              <a:t> the simplest that’s still correct.”</a:t>
            </a:r>
          </a:p>
          <a:p>
            <a:pPr lvl="0"/>
            <a:r>
              <a:rPr/>
              <a:t>Want it simpler? </a:t>
            </a:r>
            <a:r>
              <a:rPr b="1"/>
              <a:t>Name the safeguard to cut, and own the loss.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GtelPay Core</a:t>
            </a:r>
            <a:r>
              <a:rPr/>
              <a:t> — a fiat accounting + wallet core. Built for money. Already running. Backing material available on request.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GtelPay Core — Design</dc:title>
  <dc:creator>Fiat accounting + wallet core</dc:creator>
  <cp:keywords/>
  <dcterms:created xsi:type="dcterms:W3CDTF">2026-06-17T11:28:04Z</dcterms:created>
  <dcterms:modified xsi:type="dcterms:W3CDTF">2026-06-17T11:28:04Z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 core built for money — minimum viable correctness, not over-engineering</vt:lpwstr>
  </property>
</Properties>
</file>